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147479820" r:id="rId6"/>
    <p:sldId id="2147479821" r:id="rId7"/>
    <p:sldId id="2147479822" r:id="rId8"/>
    <p:sldId id="2147479823" r:id="rId9"/>
    <p:sldId id="2147479824" r:id="rId10"/>
    <p:sldId id="214747982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A14CE-CDB5-43CD-BCDC-537AAB6A4ADD}" v="20" dt="2024-12-21T04:44:19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4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jot Singh Bakshi" userId="2bc06dbbe72a50e9" providerId="LiveId" clId="{AABA14CE-CDB5-43CD-BCDC-537AAB6A4ADD}"/>
    <pc:docChg chg="custSel addSld modSld">
      <pc:chgData name="Prabhjot Singh Bakshi" userId="2bc06dbbe72a50e9" providerId="LiveId" clId="{AABA14CE-CDB5-43CD-BCDC-537AAB6A4ADD}" dt="2024-12-21T04:44:40.379" v="314" actId="1076"/>
      <pc:docMkLst>
        <pc:docMk/>
      </pc:docMkLst>
      <pc:sldChg chg="addSp delSp modSp mod">
        <pc:chgData name="Prabhjot Singh Bakshi" userId="2bc06dbbe72a50e9" providerId="LiveId" clId="{AABA14CE-CDB5-43CD-BCDC-537AAB6A4ADD}" dt="2024-12-21T04:37:10.908" v="84" actId="1076"/>
        <pc:sldMkLst>
          <pc:docMk/>
          <pc:sldMk cId="1329531737" sldId="2147479822"/>
        </pc:sldMkLst>
        <pc:spChg chg="del">
          <ac:chgData name="Prabhjot Singh Bakshi" userId="2bc06dbbe72a50e9" providerId="LiveId" clId="{AABA14CE-CDB5-43CD-BCDC-537AAB6A4ADD}" dt="2024-12-21T04:29:38.589" v="1" actId="478"/>
          <ac:spMkLst>
            <pc:docMk/>
            <pc:sldMk cId="1329531737" sldId="2147479822"/>
            <ac:spMk id="2" creationId="{06672255-9F38-1633-BBF8-43113B510B47}"/>
          </ac:spMkLst>
        </pc:spChg>
        <pc:spChg chg="del">
          <ac:chgData name="Prabhjot Singh Bakshi" userId="2bc06dbbe72a50e9" providerId="LiveId" clId="{AABA14CE-CDB5-43CD-BCDC-537AAB6A4ADD}" dt="2024-12-21T04:29:37.382" v="0" actId="478"/>
          <ac:spMkLst>
            <pc:docMk/>
            <pc:sldMk cId="1329531737" sldId="2147479822"/>
            <ac:spMk id="3" creationId="{E068E1D4-81B1-677C-4BFC-ABDCFC9ADF3A}"/>
          </ac:spMkLst>
        </pc:spChg>
        <pc:spChg chg="add mod">
          <ac:chgData name="Prabhjot Singh Bakshi" userId="2bc06dbbe72a50e9" providerId="LiveId" clId="{AABA14CE-CDB5-43CD-BCDC-537AAB6A4ADD}" dt="2024-12-21T04:30:35.270" v="33" actId="1076"/>
          <ac:spMkLst>
            <pc:docMk/>
            <pc:sldMk cId="1329531737" sldId="2147479822"/>
            <ac:spMk id="4" creationId="{3F9C9574-E794-FC14-17E7-57F4193C2FE0}"/>
          </ac:spMkLst>
        </pc:spChg>
        <pc:spChg chg="add mod">
          <ac:chgData name="Prabhjot Singh Bakshi" userId="2bc06dbbe72a50e9" providerId="LiveId" clId="{AABA14CE-CDB5-43CD-BCDC-537AAB6A4ADD}" dt="2024-12-21T04:36:56.402" v="79" actId="1076"/>
          <ac:spMkLst>
            <pc:docMk/>
            <pc:sldMk cId="1329531737" sldId="2147479822"/>
            <ac:spMk id="6" creationId="{2A282F62-22B3-7C9D-13D4-5B8E8F2F1068}"/>
          </ac:spMkLst>
        </pc:spChg>
        <pc:spChg chg="add mod">
          <ac:chgData name="Prabhjot Singh Bakshi" userId="2bc06dbbe72a50e9" providerId="LiveId" clId="{AABA14CE-CDB5-43CD-BCDC-537AAB6A4ADD}" dt="2024-12-21T04:36:38.517" v="72" actId="14100"/>
          <ac:spMkLst>
            <pc:docMk/>
            <pc:sldMk cId="1329531737" sldId="2147479822"/>
            <ac:spMk id="9" creationId="{05EABE4E-9B32-EF93-2FB5-069A89CEDE9B}"/>
          </ac:spMkLst>
        </pc:spChg>
        <pc:spChg chg="add mod">
          <ac:chgData name="Prabhjot Singh Bakshi" userId="2bc06dbbe72a50e9" providerId="LiveId" clId="{AABA14CE-CDB5-43CD-BCDC-537AAB6A4ADD}" dt="2024-12-21T04:37:01.166" v="81" actId="1076"/>
          <ac:spMkLst>
            <pc:docMk/>
            <pc:sldMk cId="1329531737" sldId="2147479822"/>
            <ac:spMk id="11" creationId="{91F19504-E619-267E-0A55-6E156E39A45F}"/>
          </ac:spMkLst>
        </pc:spChg>
        <pc:spChg chg="add mod">
          <ac:chgData name="Prabhjot Singh Bakshi" userId="2bc06dbbe72a50e9" providerId="LiveId" clId="{AABA14CE-CDB5-43CD-BCDC-537AAB6A4ADD}" dt="2024-12-21T04:37:10.908" v="84" actId="1076"/>
          <ac:spMkLst>
            <pc:docMk/>
            <pc:sldMk cId="1329531737" sldId="2147479822"/>
            <ac:spMk id="13" creationId="{4F6BE4CA-D98D-8F39-1C01-09FB885B6C60}"/>
          </ac:spMkLst>
        </pc:spChg>
        <pc:picChg chg="add mod">
          <ac:chgData name="Prabhjot Singh Bakshi" userId="2bc06dbbe72a50e9" providerId="LiveId" clId="{AABA14CE-CDB5-43CD-BCDC-537AAB6A4ADD}" dt="2024-12-21T04:33:56.390" v="46" actId="1076"/>
          <ac:picMkLst>
            <pc:docMk/>
            <pc:sldMk cId="1329531737" sldId="2147479822"/>
            <ac:picMk id="7" creationId="{D46EB8B8-47A4-2B75-4017-2EB145F8B5E7}"/>
          </ac:picMkLst>
        </pc:picChg>
      </pc:sldChg>
      <pc:sldChg chg="addSp delSp modSp new mod setBg">
        <pc:chgData name="Prabhjot Singh Bakshi" userId="2bc06dbbe72a50e9" providerId="LiveId" clId="{AABA14CE-CDB5-43CD-BCDC-537AAB6A4ADD}" dt="2024-12-21T04:37:42.649" v="91" actId="26606"/>
        <pc:sldMkLst>
          <pc:docMk/>
          <pc:sldMk cId="701646017" sldId="2147479823"/>
        </pc:sldMkLst>
        <pc:spChg chg="del mod">
          <ac:chgData name="Prabhjot Singh Bakshi" userId="2bc06dbbe72a50e9" providerId="LiveId" clId="{AABA14CE-CDB5-43CD-BCDC-537AAB6A4ADD}" dt="2024-12-21T04:37:23.060" v="86" actId="478"/>
          <ac:spMkLst>
            <pc:docMk/>
            <pc:sldMk cId="701646017" sldId="2147479823"/>
            <ac:spMk id="2" creationId="{59DF5F9A-F24F-C524-A989-856AD42EA29D}"/>
          </ac:spMkLst>
        </pc:spChg>
        <pc:spChg chg="del">
          <ac:chgData name="Prabhjot Singh Bakshi" userId="2bc06dbbe72a50e9" providerId="LiveId" clId="{AABA14CE-CDB5-43CD-BCDC-537AAB6A4ADD}" dt="2024-12-21T04:33:38.607" v="39" actId="22"/>
          <ac:spMkLst>
            <pc:docMk/>
            <pc:sldMk cId="701646017" sldId="2147479823"/>
            <ac:spMk id="3" creationId="{D5F094F2-76D6-1965-B79A-F2AD84B86762}"/>
          </ac:spMkLst>
        </pc:spChg>
        <pc:spChg chg="add del mod">
          <ac:chgData name="Prabhjot Singh Bakshi" userId="2bc06dbbe72a50e9" providerId="LiveId" clId="{AABA14CE-CDB5-43CD-BCDC-537AAB6A4ADD}" dt="2024-12-21T04:37:23.787" v="87" actId="478"/>
          <ac:spMkLst>
            <pc:docMk/>
            <pc:sldMk cId="701646017" sldId="2147479823"/>
            <ac:spMk id="7" creationId="{9AAC2616-A89F-75F7-5C65-2B1C8EC040B6}"/>
          </ac:spMkLst>
        </pc:spChg>
        <pc:spChg chg="add">
          <ac:chgData name="Prabhjot Singh Bakshi" userId="2bc06dbbe72a50e9" providerId="LiveId" clId="{AABA14CE-CDB5-43CD-BCDC-537AAB6A4ADD}" dt="2024-12-21T04:37:42.649" v="91" actId="26606"/>
          <ac:spMkLst>
            <pc:docMk/>
            <pc:sldMk cId="701646017" sldId="2147479823"/>
            <ac:spMk id="7175" creationId="{F3060C83-F051-4F0E-ABAD-AA0DFC48B218}"/>
          </ac:spMkLst>
        </pc:spChg>
        <pc:spChg chg="add">
          <ac:chgData name="Prabhjot Singh Bakshi" userId="2bc06dbbe72a50e9" providerId="LiveId" clId="{AABA14CE-CDB5-43CD-BCDC-537AAB6A4ADD}" dt="2024-12-21T04:37:42.649" v="91" actId="26606"/>
          <ac:spMkLst>
            <pc:docMk/>
            <pc:sldMk cId="701646017" sldId="2147479823"/>
            <ac:spMk id="7177" creationId="{83C98ABE-055B-441F-B07E-44F97F083C39}"/>
          </ac:spMkLst>
        </pc:spChg>
        <pc:spChg chg="add">
          <ac:chgData name="Prabhjot Singh Bakshi" userId="2bc06dbbe72a50e9" providerId="LiveId" clId="{AABA14CE-CDB5-43CD-BCDC-537AAB6A4ADD}" dt="2024-12-21T04:37:42.649" v="91" actId="26606"/>
          <ac:spMkLst>
            <pc:docMk/>
            <pc:sldMk cId="701646017" sldId="2147479823"/>
            <ac:spMk id="7179" creationId="{29FDB030-9B49-4CED-8CCD-4D99382388AC}"/>
          </ac:spMkLst>
        </pc:spChg>
        <pc:spChg chg="add">
          <ac:chgData name="Prabhjot Singh Bakshi" userId="2bc06dbbe72a50e9" providerId="LiveId" clId="{AABA14CE-CDB5-43CD-BCDC-537AAB6A4ADD}" dt="2024-12-21T04:37:42.649" v="91" actId="26606"/>
          <ac:spMkLst>
            <pc:docMk/>
            <pc:sldMk cId="701646017" sldId="2147479823"/>
            <ac:spMk id="7181" creationId="{3783CA14-24A1-485C-8B30-D6A5D87987AD}"/>
          </ac:spMkLst>
        </pc:spChg>
        <pc:spChg chg="add">
          <ac:chgData name="Prabhjot Singh Bakshi" userId="2bc06dbbe72a50e9" providerId="LiveId" clId="{AABA14CE-CDB5-43CD-BCDC-537AAB6A4ADD}" dt="2024-12-21T04:37:42.649" v="91" actId="26606"/>
          <ac:spMkLst>
            <pc:docMk/>
            <pc:sldMk cId="701646017" sldId="2147479823"/>
            <ac:spMk id="7183" creationId="{9A97C86A-04D6-40F7-AE84-31AB43E6A846}"/>
          </ac:spMkLst>
        </pc:spChg>
        <pc:spChg chg="add">
          <ac:chgData name="Prabhjot Singh Bakshi" userId="2bc06dbbe72a50e9" providerId="LiveId" clId="{AABA14CE-CDB5-43CD-BCDC-537AAB6A4ADD}" dt="2024-12-21T04:37:42.649" v="91" actId="26606"/>
          <ac:spMkLst>
            <pc:docMk/>
            <pc:sldMk cId="701646017" sldId="2147479823"/>
            <ac:spMk id="7185" creationId="{FF9F2414-84E8-453E-B1F3-389FDE8192D9}"/>
          </ac:spMkLst>
        </pc:spChg>
        <pc:spChg chg="add">
          <ac:chgData name="Prabhjot Singh Bakshi" userId="2bc06dbbe72a50e9" providerId="LiveId" clId="{AABA14CE-CDB5-43CD-BCDC-537AAB6A4ADD}" dt="2024-12-21T04:37:42.649" v="91" actId="26606"/>
          <ac:spMkLst>
            <pc:docMk/>
            <pc:sldMk cId="701646017" sldId="2147479823"/>
            <ac:spMk id="7187" creationId="{3ECA69A1-7536-43AC-85EF-C7106179F5ED}"/>
          </ac:spMkLst>
        </pc:spChg>
        <pc:picChg chg="add del mod ord">
          <ac:chgData name="Prabhjot Singh Bakshi" userId="2bc06dbbe72a50e9" providerId="LiveId" clId="{AABA14CE-CDB5-43CD-BCDC-537AAB6A4ADD}" dt="2024-12-21T04:37:22.043" v="85" actId="478"/>
          <ac:picMkLst>
            <pc:docMk/>
            <pc:sldMk cId="701646017" sldId="2147479823"/>
            <ac:picMk id="5" creationId="{046A926A-0747-121A-8478-6B49082E9AF7}"/>
          </ac:picMkLst>
        </pc:picChg>
        <pc:picChg chg="add mod">
          <ac:chgData name="Prabhjot Singh Bakshi" userId="2bc06dbbe72a50e9" providerId="LiveId" clId="{AABA14CE-CDB5-43CD-BCDC-537AAB6A4ADD}" dt="2024-12-21T04:37:42.649" v="91" actId="26606"/>
          <ac:picMkLst>
            <pc:docMk/>
            <pc:sldMk cId="701646017" sldId="2147479823"/>
            <ac:picMk id="7170" creationId="{2326C9A4-E356-B870-7719-CAD0F2B88192}"/>
          </ac:picMkLst>
        </pc:picChg>
      </pc:sldChg>
      <pc:sldChg chg="addSp delSp modSp new mod">
        <pc:chgData name="Prabhjot Singh Bakshi" userId="2bc06dbbe72a50e9" providerId="LiveId" clId="{AABA14CE-CDB5-43CD-BCDC-537AAB6A4ADD}" dt="2024-12-21T04:43:12.319" v="279" actId="13822"/>
        <pc:sldMkLst>
          <pc:docMk/>
          <pc:sldMk cId="3595664859" sldId="2147479824"/>
        </pc:sldMkLst>
        <pc:spChg chg="del">
          <ac:chgData name="Prabhjot Singh Bakshi" userId="2bc06dbbe72a50e9" providerId="LiveId" clId="{AABA14CE-CDB5-43CD-BCDC-537AAB6A4ADD}" dt="2024-12-21T04:40:01.582" v="95" actId="478"/>
          <ac:spMkLst>
            <pc:docMk/>
            <pc:sldMk cId="3595664859" sldId="2147479824"/>
            <ac:spMk id="2" creationId="{D7C67817-29D1-F892-1809-8D4BA7268193}"/>
          </ac:spMkLst>
        </pc:spChg>
        <pc:spChg chg="del">
          <ac:chgData name="Prabhjot Singh Bakshi" userId="2bc06dbbe72a50e9" providerId="LiveId" clId="{AABA14CE-CDB5-43CD-BCDC-537AAB6A4ADD}" dt="2024-12-21T04:39:58.902" v="93"/>
          <ac:spMkLst>
            <pc:docMk/>
            <pc:sldMk cId="3595664859" sldId="2147479824"/>
            <ac:spMk id="3" creationId="{196C6089-CCE7-D79E-B40D-2E10E955D3C4}"/>
          </ac:spMkLst>
        </pc:spChg>
        <pc:spChg chg="add mod">
          <ac:chgData name="Prabhjot Singh Bakshi" userId="2bc06dbbe72a50e9" providerId="LiveId" clId="{AABA14CE-CDB5-43CD-BCDC-537AAB6A4ADD}" dt="2024-12-21T04:41:35.558" v="271" actId="1076"/>
          <ac:spMkLst>
            <pc:docMk/>
            <pc:sldMk cId="3595664859" sldId="2147479824"/>
            <ac:spMk id="4" creationId="{C82A6969-F78A-C3FD-652D-0F6F1FEF3FAB}"/>
          </ac:spMkLst>
        </pc:spChg>
        <pc:spChg chg="add mod">
          <ac:chgData name="Prabhjot Singh Bakshi" userId="2bc06dbbe72a50e9" providerId="LiveId" clId="{AABA14CE-CDB5-43CD-BCDC-537AAB6A4ADD}" dt="2024-12-21T04:42:53.711" v="276" actId="13822"/>
          <ac:spMkLst>
            <pc:docMk/>
            <pc:sldMk cId="3595664859" sldId="2147479824"/>
            <ac:spMk id="8" creationId="{6944AD14-F322-00E0-F9BE-15FE02468300}"/>
          </ac:spMkLst>
        </pc:spChg>
        <pc:spChg chg="add mod">
          <ac:chgData name="Prabhjot Singh Bakshi" userId="2bc06dbbe72a50e9" providerId="LiveId" clId="{AABA14CE-CDB5-43CD-BCDC-537AAB6A4ADD}" dt="2024-12-21T04:43:12.319" v="279" actId="13822"/>
          <ac:spMkLst>
            <pc:docMk/>
            <pc:sldMk cId="3595664859" sldId="2147479824"/>
            <ac:spMk id="10" creationId="{E09057F5-CE8F-7B1B-3772-188EF9B7576F}"/>
          </ac:spMkLst>
        </pc:spChg>
        <pc:picChg chg="add mod">
          <ac:chgData name="Prabhjot Singh Bakshi" userId="2bc06dbbe72a50e9" providerId="LiveId" clId="{AABA14CE-CDB5-43CD-BCDC-537AAB6A4ADD}" dt="2024-12-21T04:40:17.211" v="105" actId="1076"/>
          <ac:picMkLst>
            <pc:docMk/>
            <pc:sldMk cId="3595664859" sldId="2147479824"/>
            <ac:picMk id="8194" creationId="{39C67FCF-718E-14F2-FD6E-D18017FF3D94}"/>
          </ac:picMkLst>
        </pc:picChg>
        <pc:cxnChg chg="add">
          <ac:chgData name="Prabhjot Singh Bakshi" userId="2bc06dbbe72a50e9" providerId="LiveId" clId="{AABA14CE-CDB5-43CD-BCDC-537AAB6A4ADD}" dt="2024-12-21T04:41:43.137" v="272" actId="11529"/>
          <ac:cxnSpMkLst>
            <pc:docMk/>
            <pc:sldMk cId="3595664859" sldId="2147479824"/>
            <ac:cxnSpMk id="6" creationId="{28D7F76D-E057-7A07-2446-E480F5592C79}"/>
          </ac:cxnSpMkLst>
        </pc:cxnChg>
      </pc:sldChg>
      <pc:sldChg chg="addSp delSp modSp new mod">
        <pc:chgData name="Prabhjot Singh Bakshi" userId="2bc06dbbe72a50e9" providerId="LiveId" clId="{AABA14CE-CDB5-43CD-BCDC-537AAB6A4ADD}" dt="2024-12-21T04:44:40.379" v="314" actId="1076"/>
        <pc:sldMkLst>
          <pc:docMk/>
          <pc:sldMk cId="417999918" sldId="2147479825"/>
        </pc:sldMkLst>
        <pc:spChg chg="del mod">
          <ac:chgData name="Prabhjot Singh Bakshi" userId="2bc06dbbe72a50e9" providerId="LiveId" clId="{AABA14CE-CDB5-43CD-BCDC-537AAB6A4ADD}" dt="2024-12-21T04:44:05.468" v="283" actId="478"/>
          <ac:spMkLst>
            <pc:docMk/>
            <pc:sldMk cId="417999918" sldId="2147479825"/>
            <ac:spMk id="2" creationId="{E22014B1-3F0A-0598-AC5A-67499044F504}"/>
          </ac:spMkLst>
        </pc:spChg>
        <pc:spChg chg="del">
          <ac:chgData name="Prabhjot Singh Bakshi" userId="2bc06dbbe72a50e9" providerId="LiveId" clId="{AABA14CE-CDB5-43CD-BCDC-537AAB6A4ADD}" dt="2024-12-21T04:44:03.438" v="281"/>
          <ac:spMkLst>
            <pc:docMk/>
            <pc:sldMk cId="417999918" sldId="2147479825"/>
            <ac:spMk id="3" creationId="{EFA49240-5E0B-A632-8907-3C45E3FE639C}"/>
          </ac:spMkLst>
        </pc:spChg>
        <pc:spChg chg="add mod">
          <ac:chgData name="Prabhjot Singh Bakshi" userId="2bc06dbbe72a50e9" providerId="LiveId" clId="{AABA14CE-CDB5-43CD-BCDC-537AAB6A4ADD}" dt="2024-12-21T04:44:36.683" v="312" actId="1076"/>
          <ac:spMkLst>
            <pc:docMk/>
            <pc:sldMk cId="417999918" sldId="2147479825"/>
            <ac:spMk id="6" creationId="{9B285A7A-2B4A-F4FA-4A4E-DF69DADD0413}"/>
          </ac:spMkLst>
        </pc:spChg>
        <pc:picChg chg="add mod">
          <ac:chgData name="Prabhjot Singh Bakshi" userId="2bc06dbbe72a50e9" providerId="LiveId" clId="{AABA14CE-CDB5-43CD-BCDC-537AAB6A4ADD}" dt="2024-12-21T04:44:40.379" v="314" actId="1076"/>
          <ac:picMkLst>
            <pc:docMk/>
            <pc:sldMk cId="417999918" sldId="2147479825"/>
            <ac:picMk id="5" creationId="{E499F440-60AA-1417-72E1-1E0FEECF36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7F33-FEC2-FE0A-8A40-5108C6B92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B983-59F6-A76D-71CB-FD328A4F2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66566-9CBE-A5BF-96AA-80DEF50A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6FC7E-E226-17A0-2E09-A60EB373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5546D-88CE-BFE5-1537-8EA28289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29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897D-24B8-CBFD-73CF-8112F219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3EC59-4CE0-A753-C6C6-FB9B46A9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C1521-778B-A7FB-7122-AF17CF2EC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31D2B-02AB-4AA2-6C31-4A92ED0D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26D6A-4E26-ED07-9CE5-2A262791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CF21-44D2-E9ED-F56B-FF3D30FFD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768D6-AF1E-6DB0-DAC7-A1EC609FF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FE7E8-79FB-B48E-4C9F-BE47CBC0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3082C-8698-5023-5521-1853F6D1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5FAC5-E5DF-FD15-AEE6-FD4D7372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43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1506-F03A-C953-5CEC-0C7CBDA6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62A48-1748-EE2C-F66C-F6AC03EDE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A3CCA-6CCC-572F-2A3C-5E4E0D63A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7E5D6-AA68-4DFD-1884-71073606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CA54A-3A3C-F575-DC2C-87652671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B54DA-CF7E-4818-3C22-2ED176D1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3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FF164-A75D-8BB1-72FA-F9096CB4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3A585-F93F-D8E0-98DE-E80BDEC2C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35B2B-6CF5-4EE2-1E5F-58D8A1CDE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26CC4-4C6C-BFFA-C680-A7D7528E9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06202-4B3F-2328-D2E1-B9F9A4278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DB03B-B505-46B5-D565-E72DAA6B5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71A52-4270-ACD3-3ABD-428BBDC3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38233E-94CD-B2B5-07DC-B11D93F8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9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EA30-2594-DAA6-8D09-B05EE2DF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78E99-A3B8-F7DD-99CE-831CF7AD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CCD8A-536D-B49C-0484-2084660D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C6F7C-520E-F226-FBE5-23B6E863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55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B933A-7A52-9D62-6CF0-6A6BD3BF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2E087-3F65-DC01-5D62-E57B10571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5FA5A-B69E-1EFD-8EA3-5587CD91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64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6737-28F5-1005-DAA0-764558E85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6B21D-00E5-C470-376A-17C1670D6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46089-3EE3-535A-A8B5-5BDA55D2E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F627F-F765-BA54-C58B-1164B1214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C7946-1806-9FEB-15F9-F58CF251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C51AB-5E96-8F24-09A4-FFBD6491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44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33197-5635-7D50-114A-996F7F8D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5C6A3-0A7F-4967-C865-77B821014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03848-5267-1EC5-215A-E262AFA69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2B504-AEE3-F914-32CC-0ECB76A0E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9F8E7-57D2-3B32-7F5E-AED6F32E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7C91C-85C3-B794-D278-7311AC57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04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CDE00-A0A8-83A8-EDD5-3011D894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D6B3D-4E39-7D6B-222A-17C22C9AC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3ED42-03BE-0E19-30C7-E5BE7F99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D2AEF-0351-6BC8-2FF7-846D4C01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43622-09C1-D489-3DAA-45650720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EF2D7-EBF1-A984-8179-B153FD48A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28095-939B-2AF3-BE20-042A57D91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61A7E-B687-0BBE-3841-923E2217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72458-6778-3F99-8875-6A200C1A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7C8AB-A5FE-592B-BF68-219958F6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8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2A446F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200" y="1435100"/>
            <a:ext cx="11018838" cy="1612749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60750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30499-BBCA-DEA9-BA3A-903EEB4D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A30F9-E88C-6E0D-3AFD-03D0E791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B21BB-76D5-01DC-FCF9-26BD3B846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8A3AE-AD8E-4767-83DC-00DE62706DC6}" type="datetimeFigureOut">
              <a:rPr lang="en-IN" smtClean="0"/>
              <a:t>21-12-2024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41553-DD12-F3B8-6765-5DF0F841C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83CB3-53AE-3FB7-A91D-7852BE519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0B60D-E2DD-406E-AC75-DF4E004E0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13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AF058-EF1B-9256-F8E7-0106F6919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272" y="3124199"/>
            <a:ext cx="4829242" cy="761025"/>
          </a:xfrm>
        </p:spPr>
        <p:txBody>
          <a:bodyPr>
            <a:normAutofit/>
          </a:bodyPr>
          <a:lstStyle/>
          <a:p>
            <a:r>
              <a:rPr lang="en-US" sz="4400" dirty="0"/>
              <a:t>Fabric Licensing</a:t>
            </a:r>
            <a:endParaRPr lang="en-IN" sz="4400" dirty="0"/>
          </a:p>
        </p:txBody>
      </p:sp>
      <p:pic>
        <p:nvPicPr>
          <p:cNvPr id="1026" name="Picture 2" descr="More New Features for Microsoft Fabric as it approaches Go ...">
            <a:extLst>
              <a:ext uri="{FF2B5EF4-FFF2-40B4-BE49-F238E27FC236}">
                <a16:creationId xmlns:a16="http://schemas.microsoft.com/office/drawing/2014/main" id="{EE88AA40-ADC1-1EAB-633D-D3B80D4A6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4801" y="578738"/>
            <a:ext cx="5670549" cy="567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946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A1F9-0716-AEAD-796E-49A2DCC6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886" y="-297657"/>
            <a:ext cx="6542314" cy="1325563"/>
          </a:xfrm>
        </p:spPr>
        <p:txBody>
          <a:bodyPr/>
          <a:lstStyle/>
          <a:p>
            <a:r>
              <a:rPr lang="en-US" dirty="0"/>
              <a:t>Simplified Pricing Structure</a:t>
            </a:r>
            <a:endParaRPr lang="en-IN" dirty="0"/>
          </a:p>
        </p:txBody>
      </p:sp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EF16FF0A-8A4E-1233-7CA3-D47C39F29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872" y="1318124"/>
            <a:ext cx="9716342" cy="157747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223162-4B75-863E-1D33-F7B67166E5A1}"/>
              </a:ext>
            </a:extLst>
          </p:cNvPr>
          <p:cNvSpPr txBox="1"/>
          <p:nvPr/>
        </p:nvSpPr>
        <p:spPr>
          <a:xfrm>
            <a:off x="1197428" y="3592285"/>
            <a:ext cx="10472057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</a:pPr>
            <a:r>
              <a:rPr lang="en-US" b="0" i="0" dirty="0">
                <a:solidFill>
                  <a:srgbClr val="312E2D"/>
                </a:solidFill>
                <a:effectLst/>
                <a:latin typeface="ArticulatCF-Regular"/>
              </a:rPr>
              <a:t>1. </a:t>
            </a:r>
            <a:r>
              <a:rPr lang="en-US" b="1" i="0" dirty="0">
                <a:solidFill>
                  <a:srgbClr val="312E2D"/>
                </a:solidFill>
                <a:effectLst/>
                <a:latin typeface="ArticulatCF-DemiBold"/>
              </a:rPr>
              <a:t>Compute Capacity</a:t>
            </a:r>
            <a:r>
              <a:rPr lang="en-US" b="0" i="0" dirty="0">
                <a:solidFill>
                  <a:srgbClr val="312E2D"/>
                </a:solidFill>
                <a:effectLst/>
                <a:latin typeface="ArticulatCF-Regular"/>
              </a:rPr>
              <a:t>: A single compute capacity can support all functionalities concurrently, which can be </a:t>
            </a:r>
            <a:r>
              <a:rPr lang="en-US" b="1" i="0" dirty="0">
                <a:solidFill>
                  <a:srgbClr val="312E2D"/>
                </a:solidFill>
                <a:effectLst/>
                <a:latin typeface="ArticulatCF-Regular"/>
              </a:rPr>
              <a:t>shared across multiple projects and users </a:t>
            </a:r>
            <a:r>
              <a:rPr lang="en-US" b="0" i="0" dirty="0">
                <a:solidFill>
                  <a:srgbClr val="312E2D"/>
                </a:solidFill>
                <a:effectLst/>
                <a:latin typeface="ArticulatCF-Regular"/>
              </a:rPr>
              <a:t>without any limitations on the number of workspaces utilizing it. You do not need to select capacities individually for Data Factory, Synapse Data Warehousing, and other Fabric experiences.</a:t>
            </a:r>
          </a:p>
          <a:p>
            <a:pPr algn="l">
              <a:spcBef>
                <a:spcPts val="750"/>
              </a:spcBef>
            </a:pPr>
            <a:r>
              <a:rPr lang="en-US" b="0" i="0" dirty="0">
                <a:solidFill>
                  <a:srgbClr val="312E2D"/>
                </a:solidFill>
                <a:effectLst/>
                <a:latin typeface="ArticulatCF-Regular"/>
              </a:rPr>
              <a:t>2. </a:t>
            </a:r>
            <a:r>
              <a:rPr lang="en-US" b="1" i="0" dirty="0">
                <a:solidFill>
                  <a:srgbClr val="312E2D"/>
                </a:solidFill>
                <a:effectLst/>
                <a:latin typeface="ArticulatCF-DemiBold"/>
              </a:rPr>
              <a:t>Storage</a:t>
            </a:r>
            <a:r>
              <a:rPr lang="en-US" b="0" i="0" dirty="0">
                <a:solidFill>
                  <a:srgbClr val="312E2D"/>
                </a:solidFill>
                <a:effectLst/>
                <a:latin typeface="ArticulatCF-Regular"/>
              </a:rPr>
              <a:t>: Storage costs are </a:t>
            </a:r>
            <a:r>
              <a:rPr lang="en-US" b="1" i="0" dirty="0">
                <a:solidFill>
                  <a:srgbClr val="312E2D"/>
                </a:solidFill>
                <a:effectLst/>
                <a:latin typeface="ArticulatCF-Regular"/>
              </a:rPr>
              <a:t>separate</a:t>
            </a:r>
            <a:r>
              <a:rPr lang="en-US" b="0" i="0" dirty="0">
                <a:solidFill>
                  <a:srgbClr val="312E2D"/>
                </a:solidFill>
                <a:effectLst/>
                <a:latin typeface="ArticulatCF-Regular"/>
              </a:rPr>
              <a:t> yet simplified, making choices easier for the end customer.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81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5D53-F02D-4E1C-3EA6-91C23D65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457" y="0"/>
            <a:ext cx="6901543" cy="1325563"/>
          </a:xfrm>
        </p:spPr>
        <p:txBody>
          <a:bodyPr/>
          <a:lstStyle/>
          <a:p>
            <a:r>
              <a:rPr lang="en-US" dirty="0"/>
              <a:t>Fabric’s Capacity Structure</a:t>
            </a:r>
            <a:endParaRPr lang="en-IN" dirty="0"/>
          </a:p>
        </p:txBody>
      </p:sp>
      <p:pic>
        <p:nvPicPr>
          <p:cNvPr id="2050" name="Picture 2" descr="Microsoft Fabric">
            <a:extLst>
              <a:ext uri="{FF2B5EF4-FFF2-40B4-BE49-F238E27FC236}">
                <a16:creationId xmlns:a16="http://schemas.microsoft.com/office/drawing/2014/main" id="{A088F20E-33BD-649C-E55F-8D4607E19D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67" y="868363"/>
            <a:ext cx="12194767" cy="301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34FDF9-6FB0-D950-E547-87E6701B1775}"/>
              </a:ext>
            </a:extLst>
          </p:cNvPr>
          <p:cNvSpPr txBox="1"/>
          <p:nvPr/>
        </p:nvSpPr>
        <p:spPr>
          <a:xfrm>
            <a:off x="3058885" y="3694707"/>
            <a:ext cx="8937172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For a single tenant, no matter how many capacities you allocate to different workloads which have a </a:t>
            </a:r>
            <a:r>
              <a:rPr lang="en-US" b="1" dirty="0"/>
              <a:t>1:n </a:t>
            </a:r>
            <a:r>
              <a:rPr lang="en-US" dirty="0"/>
              <a:t>relationship, you will only have a </a:t>
            </a:r>
            <a:r>
              <a:rPr lang="en-US" b="1" dirty="0"/>
              <a:t>single </a:t>
            </a:r>
            <a:r>
              <a:rPr lang="en-US" b="1" dirty="0" err="1"/>
              <a:t>OneLake</a:t>
            </a:r>
            <a:r>
              <a:rPr lang="en-US" b="1" dirty="0"/>
              <a:t> </a:t>
            </a:r>
            <a:r>
              <a:rPr lang="en-US" dirty="0"/>
              <a:t>, that is, </a:t>
            </a:r>
            <a:r>
              <a:rPr lang="en-US" b="1" dirty="0"/>
              <a:t>a single unified storage for the whole tenant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5DA7F-BD6D-8919-FA11-C32A06D21B5A}"/>
              </a:ext>
            </a:extLst>
          </p:cNvPr>
          <p:cNvSpPr txBox="1"/>
          <p:nvPr/>
        </p:nvSpPr>
        <p:spPr>
          <a:xfrm>
            <a:off x="500743" y="5416620"/>
            <a:ext cx="6096000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Microsoft Fabric</a:t>
            </a:r>
            <a:r>
              <a:rPr lang="en-US" dirty="0"/>
              <a:t>, </a:t>
            </a:r>
            <a:r>
              <a:rPr lang="en-US" b="1" dirty="0"/>
              <a:t>capacities</a:t>
            </a:r>
            <a:r>
              <a:rPr lang="en-US" dirty="0"/>
              <a:t> are containers that provide </a:t>
            </a:r>
            <a:r>
              <a:rPr lang="en-US" b="1" dirty="0"/>
              <a:t>dedicated compute and storage resources</a:t>
            </a:r>
            <a:r>
              <a:rPr lang="en-US" dirty="0"/>
              <a:t> for running various data and analytics workloads.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02BFF6-C8D4-BA3E-8C67-1712FFECD5C5}"/>
              </a:ext>
            </a:extLst>
          </p:cNvPr>
          <p:cNvCxnSpPr/>
          <p:nvPr/>
        </p:nvCxnSpPr>
        <p:spPr>
          <a:xfrm flipH="1">
            <a:off x="740229" y="2460171"/>
            <a:ext cx="457200" cy="2956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C41EC1-FB11-DB34-3894-82F812ED55C1}"/>
              </a:ext>
            </a:extLst>
          </p:cNvPr>
          <p:cNvSpPr txBox="1"/>
          <p:nvPr/>
        </p:nvSpPr>
        <p:spPr>
          <a:xfrm>
            <a:off x="8813014" y="4832662"/>
            <a:ext cx="190941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Pricing Models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D8A97-35B1-DD8B-C024-B7E6C17AD0B8}"/>
              </a:ext>
            </a:extLst>
          </p:cNvPr>
          <p:cNvSpPr txBox="1"/>
          <p:nvPr/>
        </p:nvSpPr>
        <p:spPr>
          <a:xfrm>
            <a:off x="7053943" y="5989637"/>
            <a:ext cx="14478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Reserved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E92257-3D7B-FDA6-2051-FF4C04D8CA3E}"/>
              </a:ext>
            </a:extLst>
          </p:cNvPr>
          <p:cNvSpPr txBox="1"/>
          <p:nvPr/>
        </p:nvSpPr>
        <p:spPr>
          <a:xfrm>
            <a:off x="10722429" y="5989637"/>
            <a:ext cx="136071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PAYG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D80388-7EE7-C8AE-2A17-69DFB3B5E6B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7777843" y="5201994"/>
            <a:ext cx="1989879" cy="787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ED3129-EEE1-71E0-6FED-E9B8C7748E9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767722" y="5201994"/>
            <a:ext cx="1635064" cy="787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57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icrosoft Fabric">
            <a:extLst>
              <a:ext uri="{FF2B5EF4-FFF2-40B4-BE49-F238E27FC236}">
                <a16:creationId xmlns:a16="http://schemas.microsoft.com/office/drawing/2014/main" id="{2498912D-01A8-58ED-6947-6CBBA66E99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673" y="0"/>
            <a:ext cx="7850654" cy="44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7CD821-35E0-5C0A-4A4D-417E8E309270}"/>
              </a:ext>
            </a:extLst>
          </p:cNvPr>
          <p:cNvSpPr txBox="1"/>
          <p:nvPr/>
        </p:nvSpPr>
        <p:spPr>
          <a:xfrm>
            <a:off x="402772" y="4929779"/>
            <a:ext cx="6096000" cy="10772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Within a single tenant in </a:t>
            </a:r>
            <a:r>
              <a:rPr lang="en-US" sz="1600" b="1" dirty="0"/>
              <a:t>Microsoft Fabric</a:t>
            </a:r>
            <a:r>
              <a:rPr lang="en-US" sz="1600" dirty="0"/>
              <a:t>, you can allocate multiple SKUs (capacities) to different groups, departments, or use cases while maintaining </a:t>
            </a:r>
            <a:r>
              <a:rPr lang="en-US" sz="1600" b="1" dirty="0"/>
              <a:t>one </a:t>
            </a:r>
            <a:r>
              <a:rPr lang="en-US" sz="1600" b="1" dirty="0" err="1"/>
              <a:t>OneLake</a:t>
            </a:r>
            <a:r>
              <a:rPr lang="en-US" sz="1600" b="1" dirty="0"/>
              <a:t> instance</a:t>
            </a:r>
            <a:r>
              <a:rPr lang="en-US" sz="1600" dirty="0"/>
              <a:t> and </a:t>
            </a:r>
            <a:r>
              <a:rPr lang="en-US" sz="1600" b="1" dirty="0"/>
              <a:t>unified storage costs</a:t>
            </a:r>
            <a:r>
              <a:rPr lang="en-US" sz="1600" dirty="0"/>
              <a:t>. </a:t>
            </a:r>
            <a:endParaRPr lang="en-IN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F7331F-3C21-5A78-1468-7E1A5ED4C7CA}"/>
              </a:ext>
            </a:extLst>
          </p:cNvPr>
          <p:cNvSpPr/>
          <p:nvPr/>
        </p:nvSpPr>
        <p:spPr>
          <a:xfrm>
            <a:off x="2830286" y="609600"/>
            <a:ext cx="2253343" cy="241403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2C4698-C06D-8995-336C-3120429BDD58}"/>
              </a:ext>
            </a:extLst>
          </p:cNvPr>
          <p:cNvSpPr/>
          <p:nvPr/>
        </p:nvSpPr>
        <p:spPr>
          <a:xfrm>
            <a:off x="5372101" y="675872"/>
            <a:ext cx="2171700" cy="241403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B4F92B-D554-07AA-62FA-167BDA6DB299}"/>
              </a:ext>
            </a:extLst>
          </p:cNvPr>
          <p:cNvSpPr/>
          <p:nvPr/>
        </p:nvSpPr>
        <p:spPr>
          <a:xfrm>
            <a:off x="7456715" y="675871"/>
            <a:ext cx="2253343" cy="241403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C32FDF-97BE-4D29-5EDA-3270DFADAD3F}"/>
              </a:ext>
            </a:extLst>
          </p:cNvPr>
          <p:cNvCxnSpPr/>
          <p:nvPr/>
        </p:nvCxnSpPr>
        <p:spPr>
          <a:xfrm flipH="1">
            <a:off x="1001486" y="730301"/>
            <a:ext cx="1981200" cy="4199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580BBE3-2039-B244-C4F5-4E3D7F2ECC36}"/>
              </a:ext>
            </a:extLst>
          </p:cNvPr>
          <p:cNvSpPr txBox="1"/>
          <p:nvPr/>
        </p:nvSpPr>
        <p:spPr>
          <a:xfrm>
            <a:off x="6912430" y="4917444"/>
            <a:ext cx="5192485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Workspaces</a:t>
            </a:r>
            <a:r>
              <a:rPr lang="en-US" sz="1600" dirty="0"/>
              <a:t>: Each workspace in the diagram corresponds to a logical workspace in Microsoft Fabric, where datasets, reports, pipelines, and other artifacts are created and managed.</a:t>
            </a:r>
            <a:endParaRPr lang="en-IN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5D0A81-71AC-44BE-F15C-34EEA3188AFE}"/>
              </a:ext>
            </a:extLst>
          </p:cNvPr>
          <p:cNvSpPr/>
          <p:nvPr/>
        </p:nvSpPr>
        <p:spPr>
          <a:xfrm>
            <a:off x="7685314" y="3429000"/>
            <a:ext cx="751115" cy="544286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2D9ACD-3905-217F-779D-0E1840E3E8AC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>
            <a:off x="8060872" y="3973286"/>
            <a:ext cx="1447801" cy="944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C1A945F-50E3-7CC3-B33C-8F699D32A74B}"/>
              </a:ext>
            </a:extLst>
          </p:cNvPr>
          <p:cNvSpPr txBox="1"/>
          <p:nvPr/>
        </p:nvSpPr>
        <p:spPr>
          <a:xfrm>
            <a:off x="6313715" y="6036147"/>
            <a:ext cx="5704114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Organizations can allocate specific Fabric capacities (e.g., </a:t>
            </a:r>
            <a:r>
              <a:rPr lang="en-US" sz="1600" b="1" dirty="0"/>
              <a:t>F2</a:t>
            </a:r>
            <a:r>
              <a:rPr lang="en-US" sz="1600" dirty="0"/>
              <a:t>, </a:t>
            </a:r>
            <a:r>
              <a:rPr lang="en-US" sz="1600" b="1" dirty="0"/>
              <a:t>F4</a:t>
            </a:r>
            <a:r>
              <a:rPr lang="en-US" sz="1600" dirty="0"/>
              <a:t>) to these workspaces based on their compute and storage requirements.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2D8A01-ECC3-9F66-200A-F23DDF1F0BE8}"/>
              </a:ext>
            </a:extLst>
          </p:cNvPr>
          <p:cNvSpPr txBox="1"/>
          <p:nvPr/>
        </p:nvSpPr>
        <p:spPr>
          <a:xfrm>
            <a:off x="10021327" y="1412562"/>
            <a:ext cx="1981200" cy="18158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Microsoft Fabric supports </a:t>
            </a:r>
            <a:r>
              <a:rPr lang="en-US" sz="1400" b="1" dirty="0"/>
              <a:t>multiple tenants </a:t>
            </a:r>
            <a:r>
              <a:rPr lang="en-US" sz="1400" dirty="0"/>
              <a:t>under a single subscription or across different subscriptions, allowing </a:t>
            </a:r>
            <a:r>
              <a:rPr lang="en-US" sz="1400" b="1" dirty="0"/>
              <a:t>centralized management </a:t>
            </a:r>
            <a:r>
              <a:rPr lang="en-US" sz="1400" dirty="0"/>
              <a:t>of capacities.</a:t>
            </a:r>
            <a:endParaRPr lang="en-IN" sz="14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5CEA2C-1CBD-7EE1-689F-48A9DD3DA374}"/>
              </a:ext>
            </a:extLst>
          </p:cNvPr>
          <p:cNvSpPr/>
          <p:nvPr/>
        </p:nvSpPr>
        <p:spPr>
          <a:xfrm>
            <a:off x="7021286" y="261257"/>
            <a:ext cx="1262743" cy="373129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47EEF7-066F-60F8-EC8B-1C72D8352F07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8284029" y="447822"/>
            <a:ext cx="27278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F3E19CF-01D9-6E97-F8E9-DA60AC4DFFAD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1011927" y="447822"/>
            <a:ext cx="0" cy="964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99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47C31F-7192-08AF-FD17-19BC14DDDD9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778763" cy="3813056"/>
          </a:xfrm>
        </p:spPr>
      </p:pic>
      <p:pic>
        <p:nvPicPr>
          <p:cNvPr id="4098" name="Picture 2" descr="Microsoft Fabric - everything you need to know - LicenseQ">
            <a:extLst>
              <a:ext uri="{FF2B5EF4-FFF2-40B4-BE49-F238E27FC236}">
                <a16:creationId xmlns:a16="http://schemas.microsoft.com/office/drawing/2014/main" id="{0F957258-1E19-1596-EE87-060B540B1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778" y="0"/>
            <a:ext cx="47625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21CAE5-2E65-4256-0993-28B927F62BC3}"/>
              </a:ext>
            </a:extLst>
          </p:cNvPr>
          <p:cNvSpPr txBox="1"/>
          <p:nvPr/>
        </p:nvSpPr>
        <p:spPr>
          <a:xfrm>
            <a:off x="54428" y="5214258"/>
            <a:ext cx="5399314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</a:t>
            </a:r>
            <a:r>
              <a:rPr lang="en-US" b="1" dirty="0"/>
              <a:t>CU (Capacity Units) </a:t>
            </a:r>
            <a:r>
              <a:rPr lang="en-US" dirty="0"/>
              <a:t>define the </a:t>
            </a:r>
            <a:r>
              <a:rPr lang="en-US" b="1" dirty="0"/>
              <a:t>compute power</a:t>
            </a:r>
            <a:r>
              <a:rPr lang="en-US" dirty="0"/>
              <a:t> and </a:t>
            </a:r>
            <a:r>
              <a:rPr lang="en-US" b="1" dirty="0"/>
              <a:t>resources </a:t>
            </a:r>
            <a:r>
              <a:rPr lang="en-US" dirty="0"/>
              <a:t>such as</a:t>
            </a:r>
            <a:r>
              <a:rPr lang="en-US" b="1" dirty="0"/>
              <a:t> </a:t>
            </a:r>
            <a:r>
              <a:rPr lang="en-US" b="1" dirty="0" err="1"/>
              <a:t>vCores</a:t>
            </a:r>
            <a:r>
              <a:rPr lang="en-US" dirty="0"/>
              <a:t>, number of </a:t>
            </a:r>
            <a:r>
              <a:rPr lang="en-US" b="1" dirty="0"/>
              <a:t>nodes</a:t>
            </a:r>
            <a:r>
              <a:rPr lang="en-US" dirty="0"/>
              <a:t> in your cluster that you will use to power components of fabric like </a:t>
            </a:r>
            <a:r>
              <a:rPr lang="en-US" b="1" dirty="0"/>
              <a:t>notebooks, Data Engineering workloads, AI/ML workloads </a:t>
            </a:r>
            <a:r>
              <a:rPr lang="en-US" dirty="0"/>
              <a:t>etc.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30E9F9-B9A9-7955-A5A8-DE0EDA2B817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2754085" y="4158343"/>
            <a:ext cx="6183086" cy="1055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Microsoft Fabric">
            <a:extLst>
              <a:ext uri="{FF2B5EF4-FFF2-40B4-BE49-F238E27FC236}">
                <a16:creationId xmlns:a16="http://schemas.microsoft.com/office/drawing/2014/main" id="{81A35BCD-CEB8-0F36-743F-54A836FE5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778" y="4660112"/>
            <a:ext cx="4864553" cy="209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BE4B9F1-BF7E-FBC5-A6B5-7EBAA5FDB2FF}"/>
              </a:ext>
            </a:extLst>
          </p:cNvPr>
          <p:cNvSpPr/>
          <p:nvPr/>
        </p:nvSpPr>
        <p:spPr>
          <a:xfrm>
            <a:off x="7445827" y="5387425"/>
            <a:ext cx="816430" cy="344239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04A58F-7232-07B2-3650-D3BBDB5B1A0D}"/>
              </a:ext>
            </a:extLst>
          </p:cNvPr>
          <p:cNvCxnSpPr>
            <a:cxnSpLocks/>
            <a:stCxn id="2" idx="3"/>
            <a:endCxn id="9" idx="2"/>
          </p:cNvCxnSpPr>
          <p:nvPr/>
        </p:nvCxnSpPr>
        <p:spPr>
          <a:xfrm flipV="1">
            <a:off x="5453742" y="5559545"/>
            <a:ext cx="1992085" cy="393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1305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lue and white text">
            <a:extLst>
              <a:ext uri="{FF2B5EF4-FFF2-40B4-BE49-F238E27FC236}">
                <a16:creationId xmlns:a16="http://schemas.microsoft.com/office/drawing/2014/main" id="{BEAFF890-DDF3-5A2D-26A9-83FF13C7F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85" y="5306310"/>
            <a:ext cx="7509114" cy="1123014"/>
          </a:xfrm>
          <a:prstGeom prst="rect">
            <a:avLst/>
          </a:prstGeom>
        </p:spPr>
      </p:pic>
      <p:pic>
        <p:nvPicPr>
          <p:cNvPr id="6" name="Content Placeholder 4" descr="A close up of a logo">
            <a:extLst>
              <a:ext uri="{FF2B5EF4-FFF2-40B4-BE49-F238E27FC236}">
                <a16:creationId xmlns:a16="http://schemas.microsoft.com/office/drawing/2014/main" id="{FEFEF6CE-47B5-C9A3-8693-8B7B3F6DC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3059837"/>
            <a:ext cx="9716342" cy="157747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25DEED-3FD8-7C5E-D727-C99836E62D2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7173686" y="4410082"/>
            <a:ext cx="958956" cy="896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540E058-7A4A-3CC3-17F7-C0CEB74B8D2D}"/>
              </a:ext>
            </a:extLst>
          </p:cNvPr>
          <p:cNvSpPr/>
          <p:nvPr/>
        </p:nvSpPr>
        <p:spPr>
          <a:xfrm>
            <a:off x="4865914" y="3287068"/>
            <a:ext cx="3940629" cy="1123014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91F9C4-65D7-2E1A-8BC0-E6E3EDCB6D31}"/>
              </a:ext>
            </a:extLst>
          </p:cNvPr>
          <p:cNvSpPr txBox="1"/>
          <p:nvPr/>
        </p:nvSpPr>
        <p:spPr>
          <a:xfrm>
            <a:off x="3363686" y="76200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Fabric’s Storage Costs</a:t>
            </a:r>
            <a:endParaRPr lang="en-IN" sz="3600" dirty="0"/>
          </a:p>
        </p:txBody>
      </p:sp>
      <p:pic>
        <p:nvPicPr>
          <p:cNvPr id="17" name="Picture 4" descr="Microsoft Fabric">
            <a:extLst>
              <a:ext uri="{FF2B5EF4-FFF2-40B4-BE49-F238E27FC236}">
                <a16:creationId xmlns:a16="http://schemas.microsoft.com/office/drawing/2014/main" id="{693C9EF6-804F-7215-7EE0-A33070573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609" y="890682"/>
            <a:ext cx="4864553" cy="209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E632316-5896-4B2D-4648-5D812BD9598E}"/>
              </a:ext>
            </a:extLst>
          </p:cNvPr>
          <p:cNvSpPr/>
          <p:nvPr/>
        </p:nvSpPr>
        <p:spPr>
          <a:xfrm>
            <a:off x="7341732" y="2145461"/>
            <a:ext cx="4626430" cy="705738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920C44-DD75-4493-62A6-597460477EA3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836229" y="2851199"/>
            <a:ext cx="3010743" cy="43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43953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9C9574-E794-FC14-17E7-57F4193C2FE0}"/>
              </a:ext>
            </a:extLst>
          </p:cNvPr>
          <p:cNvSpPr txBox="1"/>
          <p:nvPr/>
        </p:nvSpPr>
        <p:spPr>
          <a:xfrm>
            <a:off x="2658319" y="-23149"/>
            <a:ext cx="687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Power BI Licenses in Fabric</a:t>
            </a:r>
            <a:endParaRPr lang="en-I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282F62-22B3-7C9D-13D4-5B8E8F2F1068}"/>
              </a:ext>
            </a:extLst>
          </p:cNvPr>
          <p:cNvSpPr txBox="1"/>
          <p:nvPr/>
        </p:nvSpPr>
        <p:spPr>
          <a:xfrm>
            <a:off x="7333961" y="659191"/>
            <a:ext cx="4726859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This model provides individual, </a:t>
            </a:r>
            <a:r>
              <a:rPr lang="en-US" sz="1600" b="1" dirty="0"/>
              <a:t>dedicated access</a:t>
            </a:r>
            <a:r>
              <a:rPr lang="en-US" sz="1600" dirty="0"/>
              <a:t> to certain Fabric features but with limits on capacity and scale.</a:t>
            </a:r>
            <a:endParaRPr lang="en-IN" sz="1600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46EB8B8-47A4-2B75-4017-2EB145F8B5E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93673" y="904516"/>
            <a:ext cx="6729033" cy="378508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EABE4E-9B32-EF93-2FB5-069A89CEDE9B}"/>
              </a:ext>
            </a:extLst>
          </p:cNvPr>
          <p:cNvSpPr txBox="1"/>
          <p:nvPr/>
        </p:nvSpPr>
        <p:spPr>
          <a:xfrm>
            <a:off x="315410" y="5025501"/>
            <a:ext cx="11745410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Key Characteristics: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Users are billed on a </a:t>
            </a:r>
            <a:r>
              <a:rPr lang="en-US" sz="1600" b="1" dirty="0"/>
              <a:t>per-user</a:t>
            </a:r>
            <a:r>
              <a:rPr lang="en-US" sz="1600" dirty="0"/>
              <a:t> basis (e.g., $20/user/month for Power BI Premium Per User).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Each user gets </a:t>
            </a:r>
            <a:r>
              <a:rPr lang="en-US" sz="1600" b="1" dirty="0"/>
              <a:t>their own access</a:t>
            </a:r>
            <a:r>
              <a:rPr lang="en-US" sz="1600" dirty="0"/>
              <a:t> to features like data preparation, reporting, and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Workloads are </a:t>
            </a:r>
            <a:r>
              <a:rPr lang="en-US" sz="1600" b="1" dirty="0"/>
              <a:t>limited by user-specific quotas</a:t>
            </a:r>
            <a:r>
              <a:rPr lang="en-US" sz="1600" dirty="0"/>
              <a:t>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Dataset size limits (e.g., 1 GB for Power BI Pro, 100 GB for Premium Per User).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No capacity sharing—each user is isolated in their usage.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F19504-E619-267E-0A55-6E156E39A45F}"/>
              </a:ext>
            </a:extLst>
          </p:cNvPr>
          <p:cNvSpPr txBox="1"/>
          <p:nvPr/>
        </p:nvSpPr>
        <p:spPr>
          <a:xfrm>
            <a:off x="7170251" y="3136958"/>
            <a:ext cx="4726859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Limitations: </a:t>
            </a:r>
            <a:r>
              <a:rPr lang="en-US" dirty="0"/>
              <a:t>No access to advanced Fabric features like Data Engineering, Real-Time Analytics, or Data Science.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suitable for large-scale collaboration or high-performance workloads in Fabric.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BE4CA-D98D-8F39-1C01-09FB885B6C60}"/>
              </a:ext>
            </a:extLst>
          </p:cNvPr>
          <p:cNvSpPr txBox="1"/>
          <p:nvPr/>
        </p:nvSpPr>
        <p:spPr>
          <a:xfrm>
            <a:off x="7170251" y="1654790"/>
            <a:ext cx="4944685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if you have </a:t>
            </a:r>
            <a:r>
              <a:rPr lang="en-US" sz="1400" b="1" dirty="0"/>
              <a:t>existing Power BI per-user licenses</a:t>
            </a:r>
            <a:r>
              <a:rPr lang="en-US" sz="1400" dirty="0"/>
              <a:t> (e.g., </a:t>
            </a:r>
            <a:r>
              <a:rPr lang="en-US" sz="1400" b="1" dirty="0"/>
              <a:t>Power BI Pro</a:t>
            </a:r>
            <a:r>
              <a:rPr lang="en-US" sz="1400" dirty="0"/>
              <a:t> or </a:t>
            </a:r>
            <a:r>
              <a:rPr lang="en-US" sz="1400" b="1" dirty="0"/>
              <a:t>Power BI Premium Per User [PPU]</a:t>
            </a:r>
            <a:r>
              <a:rPr lang="en-US" sz="1400" dirty="0"/>
              <a:t>), you can </a:t>
            </a:r>
            <a:r>
              <a:rPr lang="en-US" sz="1400" b="1" dirty="0"/>
              <a:t>start using Microsoft Fabric</a:t>
            </a:r>
            <a:r>
              <a:rPr lang="en-US" sz="1400" dirty="0"/>
              <a:t> without needing to purchase additional licenses, provided your usage aligns with the features and capabilities covered by your current license tier.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2953173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7" name="Freeform: Shape 717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3" name="Freeform: Shape 718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85" name="Isosceles Triangle 718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Microsoft Fabric">
            <a:extLst>
              <a:ext uri="{FF2B5EF4-FFF2-40B4-BE49-F238E27FC236}">
                <a16:creationId xmlns:a16="http://schemas.microsoft.com/office/drawing/2014/main" id="{2326C9A4-E356-B870-7719-CAD0F2B88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59449" y="643467"/>
            <a:ext cx="8473101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7" name="Isosceles Triangle 718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4601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icrosoft Fabric">
            <a:extLst>
              <a:ext uri="{FF2B5EF4-FFF2-40B4-BE49-F238E27FC236}">
                <a16:creationId xmlns:a16="http://schemas.microsoft.com/office/drawing/2014/main" id="{39C67FCF-718E-14F2-FD6E-D18017FF3D94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4" y="0"/>
            <a:ext cx="11283311" cy="320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2A6969-F78A-C3FD-652D-0F6F1FEF3FAB}"/>
              </a:ext>
            </a:extLst>
          </p:cNvPr>
          <p:cNvSpPr txBox="1"/>
          <p:nvPr/>
        </p:nvSpPr>
        <p:spPr>
          <a:xfrm>
            <a:off x="558516" y="4836895"/>
            <a:ext cx="490473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Combine Fabric capacities with already existing Power BI per user licenses to optimize on costs for small business.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D7F76D-E057-7A07-2446-E480F5592C79}"/>
              </a:ext>
            </a:extLst>
          </p:cNvPr>
          <p:cNvCxnSpPr>
            <a:endCxn id="4" idx="0"/>
          </p:cNvCxnSpPr>
          <p:nvPr/>
        </p:nvCxnSpPr>
        <p:spPr>
          <a:xfrm flipH="1">
            <a:off x="3010883" y="2893671"/>
            <a:ext cx="1306474" cy="1943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44AD14-F322-00E0-F9BE-15FE02468300}"/>
              </a:ext>
            </a:extLst>
          </p:cNvPr>
          <p:cNvSpPr txBox="1"/>
          <p:nvPr/>
        </p:nvSpPr>
        <p:spPr>
          <a:xfrm>
            <a:off x="5975430" y="4011950"/>
            <a:ext cx="609407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Power BI Pro or Premium Per User (PPU)</a:t>
            </a:r>
            <a:r>
              <a:rPr lang="en-US" dirty="0"/>
              <a:t> licenses are required to </a:t>
            </a:r>
            <a:r>
              <a:rPr lang="en-US" b="1" dirty="0"/>
              <a:t>share Power BI reports</a:t>
            </a:r>
            <a:r>
              <a:rPr lang="en-US" dirty="0"/>
              <a:t> unless you have a </a:t>
            </a:r>
            <a:r>
              <a:rPr lang="en-US" b="1" dirty="0"/>
              <a:t>Power BI Premium capacity</a:t>
            </a:r>
            <a:r>
              <a:rPr lang="en-US" dirty="0"/>
              <a:t> (such as F64 or higher).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9057F5-CE8F-7B1B-3772-188EF9B7576F}"/>
              </a:ext>
            </a:extLst>
          </p:cNvPr>
          <p:cNvSpPr txBox="1"/>
          <p:nvPr/>
        </p:nvSpPr>
        <p:spPr>
          <a:xfrm>
            <a:off x="5975430" y="5594012"/>
            <a:ext cx="609407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When you purchase a reserved capacity (like F64 or higher), it includes a </a:t>
            </a:r>
            <a:r>
              <a:rPr lang="en-US" b="1" dirty="0"/>
              <a:t>shared Power BI Premium capacity</a:t>
            </a:r>
            <a:r>
              <a:rPr lang="en-US" dirty="0"/>
              <a:t> that allows users to create, share, and consume reports without needing individual Pro/PPU licenses.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66485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oard with text and blue text">
            <a:extLst>
              <a:ext uri="{FF2B5EF4-FFF2-40B4-BE49-F238E27FC236}">
                <a16:creationId xmlns:a16="http://schemas.microsoft.com/office/drawing/2014/main" id="{E499F440-60AA-1417-72E1-1E0FEECF360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76" y="729206"/>
            <a:ext cx="11182259" cy="5943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285A7A-2B4A-F4FA-4A4E-DF69DADD0413}"/>
              </a:ext>
            </a:extLst>
          </p:cNvPr>
          <p:cNvSpPr txBox="1"/>
          <p:nvPr/>
        </p:nvSpPr>
        <p:spPr>
          <a:xfrm>
            <a:off x="3436032" y="-1"/>
            <a:ext cx="5625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Licensing Summary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799991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601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ArticulatCF-DemiBold</vt:lpstr>
      <vt:lpstr>ArticulatCF-Regular</vt:lpstr>
      <vt:lpstr>Office Theme</vt:lpstr>
      <vt:lpstr>Fabric Licensing</vt:lpstr>
      <vt:lpstr>Simplified Pricing Structure</vt:lpstr>
      <vt:lpstr>Fabric’s Capacity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Singh Bakshi</dc:creator>
  <cp:lastModifiedBy>Prabhjot Singh Bakshi</cp:lastModifiedBy>
  <cp:revision>1</cp:revision>
  <dcterms:created xsi:type="dcterms:W3CDTF">2024-12-21T03:43:13Z</dcterms:created>
  <dcterms:modified xsi:type="dcterms:W3CDTF">2024-12-21T04:44:47Z</dcterms:modified>
</cp:coreProperties>
</file>