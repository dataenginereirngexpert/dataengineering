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6B94D-CBF4-85C0-5843-4C64A6496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5CD99C-E7BD-8D41-EFCD-A1DF047D8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FF738-90F6-4A6D-8C32-4491BADEC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1116-3E04-4D72-BCEE-F5CB955ED5E6}" type="datetimeFigureOut">
              <a:rPr lang="en-IN" smtClean="0"/>
              <a:t>14-12-2024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89F2C-2A27-9D8D-979C-751282139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4ED70-CE11-1D99-144A-CC0F0078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8B56-D5DA-48DE-99CB-E85BCDD6FE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34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B412-3892-A1E1-29FC-9EEF4013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CC871-9719-15E4-C5DB-1496AF412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3DCB5-9F68-EBFA-9664-1CE26461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1116-3E04-4D72-BCEE-F5CB955ED5E6}" type="datetimeFigureOut">
              <a:rPr lang="en-IN" smtClean="0"/>
              <a:t>14-12-2024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A5B17-15FD-082B-68E1-5AD7427F1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06592-7E31-C186-4A56-75A9439D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8B56-D5DA-48DE-99CB-E85BCDD6FE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350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A913E-789C-67CD-341F-0701A4D5A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28F09-9F27-50B0-E43F-8B57C5C50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F10DB-6E6D-214A-7D74-A8725CF7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1116-3E04-4D72-BCEE-F5CB955ED5E6}" type="datetimeFigureOut">
              <a:rPr lang="en-IN" smtClean="0"/>
              <a:t>14-12-2024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146EA-BA77-88EA-1A37-3A14FFED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BC003-9FCD-5EBA-4CFC-615AAD7DF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8B56-D5DA-48DE-99CB-E85BCDD6FE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567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9964-17C2-F15F-9724-41F32C81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45494-7832-6654-B492-59860FC55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BD82D-DA54-590A-23B9-2EE03E707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A5553-EB87-565C-B80C-EA2D2089D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1116-3E04-4D72-BCEE-F5CB955ED5E6}" type="datetimeFigureOut">
              <a:rPr lang="en-IN" smtClean="0"/>
              <a:t>14-12-2024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9B0B5-BE9B-B742-1294-A73F61332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A84AA-B367-A686-BE78-BDD6D672C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8B56-D5DA-48DE-99CB-E85BCDD6FE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922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E0FE1-ED37-EA5B-2A21-95134EEC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4F38B-DD34-1E74-6DF6-D4CB1EDAA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60293-E0EA-ED3C-FBC4-A5C709184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626A4F-6C30-CCB1-2DF2-404DA45F24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6309FE-6EDC-E080-1BA3-E61FE4799B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D54546-C3B5-7F97-F54F-F4B2AFE4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1116-3E04-4D72-BCEE-F5CB955ED5E6}" type="datetimeFigureOut">
              <a:rPr lang="en-IN" smtClean="0"/>
              <a:t>14-12-2024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BB6372-4CEE-E64B-CF37-A85B09600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E7517F-D945-8F00-006B-471F137F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8B56-D5DA-48DE-99CB-E85BCDD6FE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280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9203-A4BA-7B4A-7F6A-EB2100CC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BBE92F-496F-FE3D-4569-16A929746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1116-3E04-4D72-BCEE-F5CB955ED5E6}" type="datetimeFigureOut">
              <a:rPr lang="en-IN" smtClean="0"/>
              <a:t>14-12-2024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47B43-EEC2-1599-0A7E-5F78D2182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AA0D4-4831-3AE2-E9BD-485FB8508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8B56-D5DA-48DE-99CB-E85BCDD6FE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596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4C4060-4E7A-B382-76FD-3673E0B6F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1116-3E04-4D72-BCEE-F5CB955ED5E6}" type="datetimeFigureOut">
              <a:rPr lang="en-IN" smtClean="0"/>
              <a:t>14-12-2024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F4AEC3-5647-EEBF-4A8B-51C646B34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E26D5-94DA-5C6B-EE3E-630F6526F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8B56-D5DA-48DE-99CB-E85BCDD6FE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234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F69AE-4BAA-0D2E-7960-922597B6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9FC10-3784-8526-8FBE-265D00ECB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61442-4C73-F4AD-E8F0-5F77EF0DC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1D810-8CF1-39B2-9F20-135A04C7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1116-3E04-4D72-BCEE-F5CB955ED5E6}" type="datetimeFigureOut">
              <a:rPr lang="en-IN" smtClean="0"/>
              <a:t>14-12-2024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5002B-0D1C-CE48-FB6F-3B1C1F7C8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DA499-215D-4258-2C21-D324AC93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8B56-D5DA-48DE-99CB-E85BCDD6FE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958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F21CF-F717-7D81-2D9E-EDB6F14B7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C7B438-359F-34CA-36F5-2659CBE44B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92E22A-C0B7-5C3A-5917-6CAFB72ED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38A9E-40A2-79D7-C713-CFAF82602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1116-3E04-4D72-BCEE-F5CB955ED5E6}" type="datetimeFigureOut">
              <a:rPr lang="en-IN" smtClean="0"/>
              <a:t>14-12-2024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53E4A-0D0A-EFCF-A593-3D7844D24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81D5B-1121-D5AB-E544-F3A92030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8B56-D5DA-48DE-99CB-E85BCDD6FE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254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28203-3F35-829F-B836-1E082B324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86464-E902-891A-0349-EA1D26163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E508E-A217-8FD1-8CD8-C7A44AA73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1116-3E04-4D72-BCEE-F5CB955ED5E6}" type="datetimeFigureOut">
              <a:rPr lang="en-IN" smtClean="0"/>
              <a:t>14-12-2024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77C55-B7A9-AE9F-6282-04297555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24FC-35FF-1940-721C-F4C0CDED5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8B56-D5DA-48DE-99CB-E85BCDD6FE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32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EF2F65-13E8-E663-AD64-CE0EECA2BE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C904C5-1280-154C-A56C-7852AA640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A19BD-F43F-3513-D3CA-7C9232596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1116-3E04-4D72-BCEE-F5CB955ED5E6}" type="datetimeFigureOut">
              <a:rPr lang="en-IN" smtClean="0"/>
              <a:t>14-12-2024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918B6-7D29-360D-476D-F9806093F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EB110-2203-6CD9-46F0-0F6B5F20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8B56-D5DA-48DE-99CB-E85BCDD6FE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63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FC0D66-439A-AE47-1342-6DCBF92D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7E924-B22E-3635-0135-35C384058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076E0-07A7-CDE5-516D-EC54AACB55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1E1116-3E04-4D72-BCEE-F5CB955ED5E6}" type="datetimeFigureOut">
              <a:rPr lang="en-IN" smtClean="0"/>
              <a:t>14-12-2024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AF9F5-EFD5-67D1-F608-9527D87C3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D7AC0-293E-19FD-B6E7-693430C54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148B56-D5DA-48DE-99CB-E85BCDD6FE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470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06C87-144F-918B-933B-D5D24260F3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Lakehouse v/s Data Warehouse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8525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26210-86B6-96EE-83C1-7E77C935E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Scenario:</a:t>
            </a:r>
          </a:p>
          <a:p>
            <a:pPr marL="457200" lvl="1" indent="0">
              <a:buNone/>
            </a:pPr>
            <a:r>
              <a:rPr lang="en-US" dirty="0"/>
              <a:t>You are running analytics for a global retail chain with operations across multiple regions. The company deals with diverse data types, including transactional data from point-of-sale systems, customer loyalty data, and web clickstreams stored in a Lakehouse.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81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EC8D63-4065-97F7-461A-8EEECD8DB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271" y="1096281"/>
            <a:ext cx="10880272" cy="527186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Performance for structured and complex queries: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dirty="0"/>
              <a:t> 		Financial reports like Profit &amp; Loss (P&amp;L) statements, balance sheets, and operational KPIs need </a:t>
            </a:r>
            <a:r>
              <a:rPr lang="en-US" b="1" dirty="0"/>
              <a:t>low-latency, repeatable, structured queries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Simpler Data Modelling:</a:t>
            </a:r>
          </a:p>
          <a:p>
            <a:pPr marL="0" indent="0">
              <a:buNone/>
            </a:pPr>
            <a:r>
              <a:rPr lang="en-US" dirty="0"/>
              <a:t>                        Data warehouses support </a:t>
            </a:r>
            <a:r>
              <a:rPr lang="en-US" b="1" dirty="0"/>
              <a:t>dimensional models</a:t>
            </a:r>
            <a:r>
              <a:rPr lang="en-US" dirty="0"/>
              <a:t> (e.g., facts and dimensions), which are easier for business users and BI teams to consume and analyze.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Workload Isolation:</a:t>
            </a:r>
          </a:p>
          <a:p>
            <a:pPr marL="0" indent="0">
              <a:buNone/>
            </a:pPr>
            <a:r>
              <a:rPr lang="en-IN" b="1" dirty="0"/>
              <a:t>                     </a:t>
            </a:r>
            <a:r>
              <a:rPr lang="en-US" dirty="0"/>
              <a:t>Offloading structured reporting to a data warehouse ensures isolated workloads and avoids performance degradation due to simultaneous analytics and ETL processes.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A2FA7C-A97C-044E-4B74-49D8B2AE2C6A}"/>
              </a:ext>
            </a:extLst>
          </p:cNvPr>
          <p:cNvSpPr txBox="1"/>
          <p:nvPr/>
        </p:nvSpPr>
        <p:spPr>
          <a:xfrm>
            <a:off x="609600" y="228600"/>
            <a:ext cx="11244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Why The Data Warehouse Matters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911871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157E8-2DDD-A4E9-DB5C-DB931DFAE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Strategy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5331A-5B05-F835-43E8-B790AE381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05457" cy="1603375"/>
          </a:xfrm>
        </p:spPr>
        <p:txBody>
          <a:bodyPr/>
          <a:lstStyle/>
          <a:p>
            <a:r>
              <a:rPr lang="en-US" dirty="0"/>
              <a:t>Think of your </a:t>
            </a:r>
            <a:r>
              <a:rPr lang="en-US" b="1" dirty="0"/>
              <a:t>Lakehouse</a:t>
            </a:r>
            <a:r>
              <a:rPr lang="en-US" dirty="0"/>
              <a:t> as a source of truth for raw and semi-structured data. Use the </a:t>
            </a:r>
            <a:r>
              <a:rPr lang="en-US" b="1" dirty="0"/>
              <a:t>Data Warehouse</a:t>
            </a:r>
            <a:r>
              <a:rPr lang="en-US" dirty="0"/>
              <a:t> as a high-performance, structured layer optimized for </a:t>
            </a:r>
            <a:r>
              <a:rPr lang="en-US" b="1" dirty="0"/>
              <a:t>reporting and analysis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5372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185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Data Lakehouse v/s Data Warehouse</vt:lpstr>
      <vt:lpstr>PowerPoint Presentation</vt:lpstr>
      <vt:lpstr>PowerPoint Presentation</vt:lpstr>
      <vt:lpstr>Final Strategy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Prabhjot Singh Bakshi</dc:creator>
  <cp:lastModifiedBy>Prabhjot Singh Bakshi</cp:lastModifiedBy>
  <cp:revision>1</cp:revision>
  <dcterms:created xsi:type="dcterms:W3CDTF">2024-12-14T09:20:20Z</dcterms:created>
  <dcterms:modified xsi:type="dcterms:W3CDTF">2024-12-14T09:26:19Z</dcterms:modified>
</cp:coreProperties>
</file>